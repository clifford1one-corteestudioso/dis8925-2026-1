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3973118191d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3973118191d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4.png"/><Relationship Id="rId5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3" title="t4-diagrama-enterren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895071"/>
            <a:ext cx="3065227" cy="3353356"/>
          </a:xfrm>
          <a:prstGeom prst="rect">
            <a:avLst/>
          </a:prstGeom>
          <a:noFill/>
          <a:ln>
            <a:noFill/>
          </a:ln>
        </p:spPr>
      </p:pic>
      <p:pic>
        <p:nvPicPr>
          <p:cNvPr id="55" name="Google Shape;55;p13" title="t4-diagrama-graffiti-database.png"/>
          <p:cNvPicPr preferRelativeResize="0"/>
          <p:nvPr/>
        </p:nvPicPr>
        <p:blipFill rotWithShape="1">
          <a:blip r:embed="rId4">
            <a:alphaModFix/>
          </a:blip>
          <a:srcRect b="0" l="0" r="3176" t="0"/>
          <a:stretch/>
        </p:blipFill>
        <p:spPr>
          <a:xfrm>
            <a:off x="3007850" y="895075"/>
            <a:ext cx="2967825" cy="3353351"/>
          </a:xfrm>
          <a:prstGeom prst="rect">
            <a:avLst/>
          </a:prstGeom>
          <a:noFill/>
          <a:ln>
            <a:noFill/>
          </a:ln>
        </p:spPr>
      </p:pic>
      <p:pic>
        <p:nvPicPr>
          <p:cNvPr id="56" name="Google Shape;56;p13" title="t4-diagrama-mapillary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015724" y="895079"/>
            <a:ext cx="3065225" cy="33533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" name="Google Shape;61;p14" title="t4-diagrama-all-four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21223" y="-1"/>
            <a:ext cx="4701555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