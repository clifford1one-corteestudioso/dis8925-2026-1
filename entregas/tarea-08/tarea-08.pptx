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Propuesta de valor_page-0001.jpg"/>
          <p:cNvPicPr preferRelativeResize="0"/>
          <p:nvPr/>
        </p:nvPicPr>
        <p:blipFill rotWithShape="1">
          <a:blip r:embed="rId3">
            <a:alphaModFix/>
          </a:blip>
          <a:srcRect b="2486" l="1120" r="1452" t="3334"/>
          <a:stretch/>
        </p:blipFill>
        <p:spPr>
          <a:xfrm rot="-35995">
            <a:off x="893063" y="-171335"/>
            <a:ext cx="7591830" cy="56541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996970" y="355569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alibri"/>
              <a:buNone/>
            </a:pPr>
            <a:r>
              <a:rPr b="0" i="0" lang="e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Archivo Visual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768370" y="493678"/>
            <a:ext cx="27432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Calibri"/>
              <a:buNone/>
            </a:pPr>
            <a:r>
              <a:rPr b="0" i="0" lang="e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Santiago Gaete  </a:t>
            </a:r>
            <a:r>
              <a:rPr lang="e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Sebastián Sáez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097357" y="1717172"/>
            <a:ext cx="1357200" cy="2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Ministerio de las Culturas, Artes y Patrimonio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SERNATUR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Universidades e inst. investigación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Municipalidades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Comunidades de fotógrafos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Proveedores cloud (servidores)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511999" y="1539170"/>
            <a:ext cx="14109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Desarrollo y mantención plataforma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Curaduría de imágenes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Metadatos y geoloc.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Alianzas patrimoniales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512000" y="3028350"/>
            <a:ext cx="14109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Plataforma digital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Comunidad usuarios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Equipo dev/diseño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Servidores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Alianzas inst.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010375" y="2160602"/>
            <a:ext cx="1357200" cy="16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Memoria colectiva accesible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Valor crece con el tiempo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Antecedente investigación académica y urbanismo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Protección del paisaje natural y urbano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5453200" y="1487575"/>
            <a:ext cx="1410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Comunidad colaborativa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Notific. por zona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Plataforma autoservicio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453200" y="3084426"/>
            <a:ext cx="1410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Web y app móvil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Redes sociales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Inst. educativas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Prensa cultural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6908500" y="1717300"/>
            <a:ext cx="1410900" cy="2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Productores: fotógrafos, turistas, comunidades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Consumidores: investigadores, arquitectos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Institucional: museos, universidades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30-60 años, pregrado/posgrado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097353" y="4401225"/>
            <a:ext cx="355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Servidores y almacenamiento cloud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Desarrollo y mantención plataforma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Equipo humano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Marketing y derechos imagen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4750452" y="4401225"/>
            <a:ext cx="355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Fondos públicos (FONDART)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Licencias institucionales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Modelo freemium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50"/>
              <a:buFont typeface="Calibri"/>
              <a:buChar char="•"/>
            </a:pPr>
            <a:r>
              <a:rPr b="0" i="0" lang="es" sz="6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Patrocinios patrimonio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